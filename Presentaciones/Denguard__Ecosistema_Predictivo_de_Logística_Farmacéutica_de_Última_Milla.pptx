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df_page_2076709135791091712_2076709626305290240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